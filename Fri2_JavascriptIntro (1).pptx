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regular.fntdata"/><Relationship Id="rId25" Type="http://schemas.openxmlformats.org/officeDocument/2006/relationships/slide" Target="slides/slide20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4af15f6e3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4af15f6e3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4af15f6e35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4af15f6e35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4af15f6e3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4af15f6e3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key for us. We can talk more about the others, and you should read/learn about them as you encounter them. But, for web mapping…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4af15f6e3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4af15f6e3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defines the structure of the content. CSS defines the look of it. Javascript (or another language) allow for dynamic actions.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4af15f6e35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4af15f6e35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4af15f6e35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4af15f6e35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8dd2918ef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8dd2918ef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8dd2918ef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8dd2918ef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8dd2918ef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8dd2918ef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8dd2918ef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8dd2918ef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4af15f6e35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4af15f6e35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8dd2918e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8dd2918e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where people often get confused. It kind of looks like java in some of its syntax. It shares a name with java. It even has a development history that’s tied to it…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it’s really far more a lovechild of scheme and some other systems than it is something like java.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8dd2918ef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8dd2918ef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ECMA was the European Computer Manufacturers Association, but has been renamed just Ecma International. It develops standards.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8dd2918ef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8dd2918ef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CLIENT SIDE. which is what’s so important.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that’s why we learn it.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8dd2918ef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8dd2918ef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walk through this script…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8dd2918ef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8dd2918ef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8dd2918ef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8dd2918ef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8dd2918ef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8dd2918ef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8dd2918efa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8dd2918ef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talk javascript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things become suddenly much less (and yet also much more) fun…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Schedule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Review!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Importance of Pseudocode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Javascript </a:t>
            </a:r>
            <a:r>
              <a:rPr b="1" lang="en"/>
              <a:t>Fun</a:t>
            </a:r>
            <a:r>
              <a:rPr lang="en"/>
              <a:t>damentals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First, why javascript?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Second, what is it?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Third, how do I use it??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time!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HTML - HypterText Markup Language	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Primary language for ‘the web’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Invented by Tim Berners-Lee in 1989 in the particle physics CERN laboratory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First </a:t>
            </a:r>
            <a:r>
              <a:rPr b="1" lang="en"/>
              <a:t>graphical</a:t>
            </a:r>
            <a:r>
              <a:rPr lang="en"/>
              <a:t> browser in 1992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CSS - Cascading Style Sheet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Defines the </a:t>
            </a:r>
            <a:r>
              <a:rPr b="1" lang="en"/>
              <a:t>appearance</a:t>
            </a:r>
            <a:r>
              <a:rPr lang="en"/>
              <a:t> of a website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Allows separation of content and presentation!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Javascript 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High-level language that runs in a web browser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Dynamic typing, object oriented… multi paradigm support</a:t>
            </a:r>
            <a:endParaRPr/>
          </a:p>
        </p:txBody>
      </p:sp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helpful terms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853850"/>
            <a:ext cx="4335574" cy="2809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HTML, CSS, and Javascript - a ‘cheat sheet’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6388" y="2377325"/>
            <a:ext cx="4871225" cy="12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788" y="1385888"/>
            <a:ext cx="7210425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reference objects through the DOM which allows for interactivity… and all web mapping… to take place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Cascading Stylesheets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Styling language used to describe look and formatting of html pages.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Uses the DOM to style elements, with styles ‘cascading’ from higher elements to lower ones (down the tree structure)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Nested elements will be styled the same as higher elements… unless you specify otherwise.</a:t>
            </a:r>
            <a:endParaRPr/>
          </a:p>
        </p:txBody>
      </p:sp>
      <p:sp>
        <p:nvSpPr>
          <p:cNvPr id="124" name="Google Shape;124;p19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Generic format is: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[selector]{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[property] : [value];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	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</a:t>
            </a:r>
            <a:endParaRPr/>
          </a:p>
        </p:txBody>
      </p:sp>
      <p:sp>
        <p:nvSpPr>
          <p:cNvPr id="130" name="Google Shape;130;p2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why programming is kind of like cooking…</a:t>
            </a:r>
            <a:endParaRPr/>
          </a:p>
        </p:txBody>
      </p:sp>
      <p:sp>
        <p:nvSpPr>
          <p:cNvPr id="131" name="Google Shape;131;p2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Scripts are meant to accomplish </a:t>
            </a:r>
            <a:r>
              <a:rPr i="1" lang="en"/>
              <a:t>something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Update a file on click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Load an image if they scroll here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are very smart and an excellent communicator… your computer not so much.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Pseudocode helps us </a:t>
            </a:r>
            <a:r>
              <a:rPr b="1" i="1" lang="en"/>
              <a:t>break apart</a:t>
            </a:r>
            <a:r>
              <a:rPr lang="en"/>
              <a:t> big problems into smaller ones that are easier to </a:t>
            </a:r>
            <a:r>
              <a:rPr b="1" i="1" lang="en"/>
              <a:t>convert into</a:t>
            </a:r>
            <a:r>
              <a:rPr lang="en"/>
              <a:t> something a computer can understand.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 helps us think computationally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Start by writing down what you want your script to do.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Then, fill in each step you have to take to accomplish that goal.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sounds simple, and can be, but it’s an important way to </a:t>
            </a:r>
            <a:r>
              <a:rPr i="1" lang="en"/>
              <a:t>think through</a:t>
            </a:r>
            <a:r>
              <a:rPr lang="en"/>
              <a:t> our goals.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Make a cup of tea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Gather ingredients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Boil water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Put teabag in cup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Add boiling water to cup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Wait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Remove teabag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Add milk and sugar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Serve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 helps us think computationally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Start by writing down what you want your script to do.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Then, fill in each step you have to take to accomplish that goal.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sounds simple, and can be, but it’s an important way to </a:t>
            </a:r>
            <a:r>
              <a:rPr i="1" lang="en"/>
              <a:t>think through</a:t>
            </a:r>
            <a:r>
              <a:rPr lang="en"/>
              <a:t> our goals.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2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Make a cup of tea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Gather ingredients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Tea bag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Cup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Water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Kettle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…. And so on… break it apart!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stuck, try to write it out in pseudocode.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why javascript?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First graphical web browser, Mosaic, in 1993, but </a:t>
            </a:r>
            <a:r>
              <a:rPr lang="en"/>
              <a:t>websites</a:t>
            </a:r>
            <a:r>
              <a:rPr lang="en"/>
              <a:t> are </a:t>
            </a:r>
            <a:r>
              <a:rPr b="1" lang="en"/>
              <a:t>static</a:t>
            </a:r>
            <a:r>
              <a:rPr lang="en"/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1994 sees Netscape Navigator release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1995 - Netscape partners with Sun Microsystems to embed Java in their browser while also hiring Brendan Eich to embed Scheme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Very quickly realize a new language was needed</a:t>
            </a:r>
            <a:endParaRPr/>
          </a:p>
        </p:txBody>
      </p:sp>
      <p:pic>
        <p:nvPicPr>
          <p:cNvPr id="157" name="Google Shape;1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025" y="2006250"/>
            <a:ext cx="4335576" cy="2716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Javascript… not java…</a:t>
            </a:r>
            <a:endParaRPr/>
          </a:p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Goal was for something lightweight and easy to grasp - for scripters, not programmers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Java seen as too heavy, too ‘enterprise’ like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Idea was originally a scripting companion to java (java for programs, javascript for web pages, etc.)</a:t>
            </a:r>
            <a:br>
              <a:rPr lang="en"/>
            </a:b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First called Mocha, then LiveScript, and eventually Javascript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i="1" lang="en"/>
              <a:t>Allegedly</a:t>
            </a:r>
            <a:r>
              <a:rPr lang="en"/>
              <a:t> developed in ten days</a:t>
            </a:r>
            <a:br>
              <a:rPr lang="en"/>
            </a:b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BUT IT’S NOT REALLY AT ALL LIKE JAVA</a:t>
            </a:r>
            <a:endParaRPr/>
          </a:p>
        </p:txBody>
      </p:sp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025" y="2006250"/>
            <a:ext cx="4335576" cy="2716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ECMAscipt vs. JScript vs…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“Browser Wars”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Basically, each </a:t>
            </a:r>
            <a:r>
              <a:rPr lang="en"/>
              <a:t>browser</a:t>
            </a:r>
            <a:r>
              <a:rPr lang="en"/>
              <a:t> had its own specific scripting elements. They were </a:t>
            </a:r>
            <a:r>
              <a:rPr i="1" lang="en"/>
              <a:t>similar</a:t>
            </a:r>
            <a:r>
              <a:rPr lang="en"/>
              <a:t> but not the same.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was a nightmare and really stagnated web development for a few years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Google debuts Chrome with V8 Javascript engine in 2008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Just-In-Time compilation makes it faster…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Finally, in 2009 they all agree to work together with ECMA standards</a:t>
            </a:r>
            <a:endParaRPr/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3625" y="3557124"/>
            <a:ext cx="3914225" cy="78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7000" y="598475"/>
            <a:ext cx="2847476" cy="284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Allows for dynamic interactions on the web.</a:t>
            </a:r>
            <a:br>
              <a:rPr lang="en"/>
            </a:br>
            <a:br>
              <a:rPr lang="en"/>
            </a:br>
            <a:r>
              <a:rPr lang="en"/>
              <a:t>All modern browsers have dedicated engines to execute it.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can be quite simple…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Much like with CSS, we can have our scripts written into our main pages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But, it’s better practice to keep them separated.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can use this technique to dynamically generate content…</a:t>
            </a:r>
            <a:endParaRPr/>
          </a:p>
        </p:txBody>
      </p:sp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149" y="1531812"/>
            <a:ext cx="4471850" cy="335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‘Dynamic’ Text</a:t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a bit canned, but let’s see how you can use javascript to manipulate the DOM and ‘create’ a web page.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your /js/ directory, create a file called [whatever].js (I called mine scripts.js)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Now, let’s load and inspect it…</a:t>
            </a:r>
            <a:endParaRPr/>
          </a:p>
        </p:txBody>
      </p:sp>
      <p:pic>
        <p:nvPicPr>
          <p:cNvPr id="191" name="Google Shape;1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1121" y="499657"/>
            <a:ext cx="4640374" cy="461079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9"/>
          <p:cNvSpPr txBox="1"/>
          <p:nvPr/>
        </p:nvSpPr>
        <p:spPr>
          <a:xfrm>
            <a:off x="1095025" y="4121500"/>
            <a:ext cx="304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Notice I’m doing something very sloppy here, what is it?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‘Dynamic’ Text</a:t>
            </a:r>
            <a:endParaRPr/>
          </a:p>
        </p:txBody>
      </p:sp>
      <p:pic>
        <p:nvPicPr>
          <p:cNvPr id="198" name="Google Shape;1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325" y="2168425"/>
            <a:ext cx="748665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400"/>
            <a:ext cx="9144001" cy="3553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you should be… (by like next week)</a:t>
            </a:r>
            <a:endParaRPr/>
          </a:p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Gaining comfortability with git and github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Have an understanding of what CSS, Javascript, and HTML are and how they fit together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Beginning to gain experience using CSS to style web sites and Javascript to make them dynamic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Next Two Weeks: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‘deep’ dive into the basics of javascript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And then… actual web mapping.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